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presenting ScamShield AI, a platform created to eliminate the primary attack vector for modern social engineering: deception arriving via everyday messaging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enterprise security focuses on desktop firewalls, while real victims lose their life savings on mobile phones through Roman Urdu fraud messages that bypass standard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architecture is multi-tiered: deterministic rules run locally in milliseconds, while AI provides psychological synthesis and visual OCR.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query the world’s most respected open cybersecurity repositories in real time before returning a verdict, ensuring zero-day malicious links are instantly stopped.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cybersecurity products only work in English. ScamShield was built ground-up to comprehend Roman Urdu and Urdu script phonetics, protecting hundreds of millions of underserved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multimodal capability allows users who cannot easily copy text to just screenshot their screen and upload it. The vision model handles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is our cornerstone. We never trigger attacker infrastructure, and users can export or permanently wipe their scan history at any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Cybersecurity tools are often intimidating. Our tactile claymorphism makes security feel intuitive, welcoming, and reassuring.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with the latest React 19 and Express 5, our stack runs efficiently on standard cloud nodes or embedded containers with zero external proprietary lock-in.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believe detection is only half the battle. Education is key. Our interactive simulator trains users to recognize manipulation tactics before they strike.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roadmap extends ScamShield from web and mobile apps to browser extensions and direct telco gateway integrations, protecting users at the infrastructure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ScamShield AI is live, robust, and ready to protect millions of mobile users from digital deception. We invite your questions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VISION &amp; 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1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ScamShield AI — "Think Before You Click"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Intelligent Pre-Click Cybersecurity Defense for SMS, WhatsApp &amp; Digital Messaging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Pre-click verification protecting everyday digital citizens before credentials or OTPs are lost.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Engineered for regional vulnerabilities: Native detection across English, Urdu (اردو), and Roman Urdu.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Zero-outbound SSRF isolation ensures 100% client safety with zero attacker network triggers.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Combines deterministic local heuristics, real-time public blacklists, and Google Gemini 3.8 Flash.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2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Silent Epidemic of Messaging Scams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Why Conventional Antivirus Leaves Everyday Citizens Completely Vulnerable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Over 85% of credential breaches originate in peer-to-peer SMS, WhatsApp groups, or direct messages.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Traditional antivirus safeguards desktop browsers, but is completely blind to mobile text threads.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The Roman Urdu Blindspot: Conventional NLP systems fail on regional transliteration (e.g., "Apka account block hogaya hai, foran rabta karein").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Vulnerable demographics (seniors, first-time mobile banking users) are disproportionately targeted.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3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ScamShield AI Multi-Layer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Instant Triage Combining Deterministic Heuristics &amp; Multimodal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Tier 1 — Normalization &amp; Homoglyphs: Unmasks zero-width characters and punycode obfuscation.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Tier 2 — Deterministic Heuristics: Zero-latency signature matching for BISP fraud, lottery scams, and OTP traps.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Tier 3 — Real-Time Public Blacklists: Live queries against Abuse.ch URLhaus, OpenPhish, and Spamhaus.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Tier 4 — Gemini 3.8 Flash: Multimodal screenshot OCR and psychological coercion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REAL-TIME BLACKLISTS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4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Live Public Threat Intelligence Feeds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Querying Known Cyber Threat Registries Before Revealing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Integrated with Abuse.ch URLhaus: Real-time database of active malware distribution URLs.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OpenPhish Community Feed: Zero-day banking and credential theft target detection.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Spamhaus Domain Blocklist (DBL): Evaluates suspicious domain reputation scores.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Optimized Orchestration: Parallel Promise.allSettled with strict 2.5s timeout and 15-min LRU cache.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REGIONAL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5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Trilingual Mastery &amp; Regional Scams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English, Urdu (اردو), and Roman Urdu Dialect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Phonetic matching for Pakistani and South Asian fraud templates.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BISP &amp; Ehsaas Relief Scam detection: Catches fake poverty alleviation payouts and unofficial phone numbers.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Mobile Wallet Impersonation: EasyPaisa &amp; JazzCash account freeze threats instantly flagged.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Full bidirectional localization: Interface and plain-language explanations in English, Urdu, or Roman Urdu.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MULTIMODAL RADAR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6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Screenshot Vision &amp; Flyer Inspection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Powered by Google Gemini 3.8 Flash Vision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Fraudsters increasingly use images and flyers to evade simple text scrapers.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Users can upload or drop screenshots directly from WhatsApp, Telegram, or SMS.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Gemini 3.8 Flash Vision performs instant OCR, extracts deceptive phone numbers, and evaluates logos.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Delivers structured risk scoring and plain-language threat warnings 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SECURITY &amp; PRIVACY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7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Zero-Outbound SSRF Isolation &amp; Privacy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100% Client Safety and Complete GDPR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Zero-Outbound Rule: The engine never visits or pings suspicious target URLs, avoiding SSRF attacks.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Zero Plaintext Logging: Private messages and sensitive numbers are not retained in plaintext logs.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GDPR Data Portability: Instant 1-click JSON download of all user scans (/api/v1/account/export).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Irreversible Hard Purge: Users have sovereign control to delete individual scans or wipe their entire history.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DESIGN EXCELLENCE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8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Tactile Claymorphism &amp; Sensory Feedback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Friendly, Accessible Sensory Aesthetics Across Mobile &amp; Desktop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Unique Claymorphic Design: Soft 3D shapes, tactile die-cut stickers, and washi tape accents.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Daylight &amp; Night Mode: Clean high-contrast palette with luminous status stamps (Safe, Warning, Critical).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Mobile Viewport Tuning: Calibrated down to 320px screens with zero horizontal overflow.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Inclusive Typography: High legibility for senior citizens and low-vision users.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9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Modern Full-Stack Engineering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Production-Ready Architecture Built on Open Standards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Frontend: React 19, TypeScript, Tailwind CSS v4, Lucide Icons.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Backend: Node.js 20+, Express 5 API Gateway, Helmet HTTP Security Headers.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Storage: Relational architecture with SQLite3 (development) and PostgreSQL 16 (production).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Containerization: Complete Docker Compose setup with health checks and restart policies.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SIMULATION &amp; COPILOT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10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Proactive Education: Simulator &amp; AI Copilot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Building Immunity Through Controlled Simulation &amp; Advisory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AI Scam Simulator: Synthesizes realistic attacks across categories to test user vigilance.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Interactive AI Copilot: Guides users through suspicious encounters with plain-language advice.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Emergency Directory: One-tap contact information for FIA Cyber Crime, CERTs, and banking hotlines.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Community Threat Map: Aggregates anonymized trends to inform national cybersecurity bodies.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11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Roadmap &amp; Future Expansion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From Web Radar to Ecosystem-Wide Shield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Phase 1 (Complete): Multilingual scanner, real-time blacklists, multimodal OCR, tactile claymorphic theme.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Phase 2: Browser Extension (Chrome, Firefox, Safari) for instant hover pre-click inspection.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Phase 3: Telco SMS Gateway API for carrier-level scam filtration before arrival on handset.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Phase 4: Crowdsourced decentralized threat intelligence with cryptographic verification.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200400" cy="365760"/>
          </a:xfrm>
          <a:prstGeom prst="rect">
            <a:avLst>
              <a:gd name="adj" fmla="val 25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12 of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Think Before You Click — ScamShield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47857"/>
                </a:solidFill>
              </a:rPr>
              <a:t>Accessible Cybersecurity for Everyone, Everywhere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515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Protecting vulnerable users across English, Urdu, and Roman Urdu.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Empowering digital citizens with transparent, evidence-based threat indicators.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Completely open architecture, rigorous security compliance, and zero-outbound SSRF isolation.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Ready for evaluation, deployment, and live demonstrations.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ScamShield AI — Think Before You Click</dc:title>
  <dc:subject>Intelligent Pre-Click Cyber Defense &amp; Phishing Detection</dc:subject>
  <dc:creator>ScamShield AI Cybersecurity Team</dc:creator>
  <cp:lastModifiedBy>ScamShield AI Cybersecurity Team</cp:lastModifiedBy>
  <cp:revision>1</cp:revision>
  <dcterms:created xsi:type="dcterms:W3CDTF">2026-10-15T12:35:08Z</dcterms:created>
  <dcterms:modified xsi:type="dcterms:W3CDTF">2026-10-15T12:35:08Z</dcterms:modified>
</cp:coreProperties>
</file>